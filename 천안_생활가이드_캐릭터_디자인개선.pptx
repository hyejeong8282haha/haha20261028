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천안에서 시작하는 행복한 하루(1)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80644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103120"/>
            <a:ext cx="3931920" cy="438912"/>
          </a:xfrm>
          <a:prstGeom prst="roundRect">
            <a:avLst>
              <a:gd name="adj" fmla="val 37500"/>
            </a:avLst>
          </a:prstGeom>
          <a:solidFill>
            <a:srgbClr val="65A881"/>
          </a:solidFill>
          <a:ln w="12700">
            <a:solidFill>
              <a:srgbClr val="65A88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41832" y="2157984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 새내기를 위한 생활 가이드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버스노선도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동네에서 천안 곳곳으로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🚌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시내버스 노선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정류장과 환승 정보를 확인해요.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주변 정류장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정류장부터 찾아보세요.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도착 정보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전 버스 도착 시간을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74920"/>
            <a:ext cx="1261872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 분리배출 안내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천안 생활의 첫걸음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♻️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재활용품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종이·캔·플라스틱을 구분해요.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🍃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음식물 쓰레기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물기를 빼고 지정 방식으로 배출해요.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쓰레기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종량제 봉투와 동네 배출일을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3273552"/>
            <a:ext cx="1298448" cy="1499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공원 위치도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가까이에서 만나는 초록 쉼터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🌳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동네 공원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산책하기 좋은 공원을 찾아보세요.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🚶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좋은 산책길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가족과 함께 가볍게 걸어보세요.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🧺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나들이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 시설과 이용 안내를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5047488"/>
            <a:ext cx="1252728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대표 축제 안내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일상에 즐거움을 더하는 천안의 행사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💃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천안흥타령춤축제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춤과 공연으로 만나는 대표 축제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빵빵데이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천안의 빵 문화를 즐기는 행사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계절별 문화행사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일정과 장소를 미리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157984"/>
            <a:ext cx="1316736" cy="1527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도서관 위치도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책과 배움이 가까운 우리 동네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공공도서관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주변 도서관을 찾아보세요.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어린이 독서 공간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아이와 함께 책 읽는 시간을 만들어요.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 이용 안내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회원가입·대출·프로그램을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983480"/>
            <a:ext cx="1298448" cy="1499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6E66"/>
          </a:solidFill>
          <a:ln w="12700">
            <a:solidFill>
              <a:srgbClr val="F46E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82880"/>
            <a:ext cx="2286000" cy="2286000"/>
          </a:xfrm>
          <a:prstGeom prst="ellipse">
            <a:avLst/>
          </a:prstGeom>
          <a:solidFill>
            <a:srgbClr val="E8F7EF"/>
          </a:solidFill>
          <a:ln w="12700">
            <a:solidFill>
              <a:srgbClr val="E8F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463040" cy="1371600"/>
          </a:xfrm>
          <a:prstGeom prst="ellipse">
            <a:avLst/>
          </a:prstGeom>
          <a:solidFill>
            <a:srgbClr val="E5F4FF"/>
          </a:solidFill>
          <a:ln w="12700">
            <a:solidFill>
              <a:srgbClr val="E5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84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5A8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·  NEW HOME GUIDE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운동시설 위치도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8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하루를 시작하는 생활 체육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35640" cy="0"/>
          </a:xfrm>
          <a:prstGeom prst="line">
            <a:avLst/>
          </a:prstGeom>
          <a:noFill/>
          <a:ln w="19050">
            <a:solidFill>
              <a:srgbClr val="D8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502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🏊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체육시설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수영장·체육관 등 시설을 찾아보세요.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⚽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야외 운동 공간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운동장과 생활체육 공간을 살펴봐요.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2633472"/>
            <a:ext cx="3429000" cy="32461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DE8"/>
            </a:solidFill>
            <a:prstDash val="solid"/>
          </a:ln>
          <a:effectLst>
            <a:outerShdw sx="100000" sy="100000" kx="0" ky="0" algn="bl" rotWithShape="0" blurRad="25400" dist="50800" dir="2700000">
              <a:srgbClr val="D8E5E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2852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예약·운영시간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872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전 이용 방법을 확인해요.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96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상세 노선·시설 위치·운영정보는 천안시 공식 안내에서 확인하세요.</a:t>
            </a:r>
            <a:endParaRPr lang="en-US" sz="1000" dirty="0"/>
          </a:p>
        </p:txBody>
      </p:sp>
      <p:pic>
        <p:nvPicPr>
          <p:cNvPr id="23" name="Picture 22" descr="sticker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256" y="4846320"/>
            <a:ext cx="1371600" cy="1581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천안에 오신 것을 환영합니다</dc:title>
  <dc:subject>천안 전입 생활 안내</dc:subject>
  <dc:creator>OpenAI</dc:creator>
  <cp:lastModifiedBy>OpenAI</cp:lastModifiedBy>
  <cp:revision>1</cp:revision>
  <dcterms:created xsi:type="dcterms:W3CDTF">2026-10-28T06:18:15Z</dcterms:created>
  <dcterms:modified xsi:type="dcterms:W3CDTF">2026-10-28T06:18:15Z</dcterms:modified>
</cp:coreProperties>
</file>